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LeetCode pass rate (%)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Qwen 7B</c:v>
                  </c:pt>
                  <c:pt idx="1">
                    <c:v>DeepSeek 6.7B</c:v>
                  </c:pt>
                  <c:pt idx="2">
                    <c:v>Qwen 14B</c:v>
                  </c:pt>
                  <c:pt idx="3">
                    <c:v>Claude Opus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89</c:v>
                </c:pt>
                <c:pt idx="2">
                  <c:v>89</c:v>
                </c:pt>
                <c:pt idx="3">
                  <c:v>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D1B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26</c:v>
                </c:pt>
                <c:pt idx="1">
                  <c:v>0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E8BFF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26</c:v>
                </c:pt>
                <c:pt idx="1">
                  <c:v>0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26</c:v>
                </c:pt>
                <c:pt idx="1">
                  <c:v>0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(s)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D1B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B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Qwen 7B</c:v>
                  </c:pt>
                  <c:pt idx="1">
                    <c:v>DeepSeek 6.7B</c:v>
                  </c:pt>
                  <c:pt idx="2">
                    <c:v>Qwen 14B</c:v>
                  </c:pt>
                  <c:pt idx="3">
                    <c:v>(32B offload)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</c:v>
                </c:pt>
                <c:pt idx="1">
                  <c:v>4.7</c:v>
                </c:pt>
                <c:pt idx="2">
                  <c:v>5.6</c:v>
                </c:pt>
                <c:pt idx="3">
                  <c:v>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D1B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deck focuses on the FAST, self-hostable small models — Qwen2.5-Coder 7B and 14B, and DeepSeek-Coder 6.7B — the ones that fit a 16 GB GPU and answer in seconds.
• Claude Opus appears as a frontier reference point for correctness, not as the subject.
• Everything measured on one consumer machine: an RTX 4070 Ti Super, 16 GB VRAM.
• Two workloads: 10 LeetCode problems (38 test cases) and a full Scheduler app (26 behavioural tests).
• Larger 32B/33B models were also run earlier; we reference them but don't re-run them — they need a 24 GB+ GPU to be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takeaways up front.
• 1) Qwen 7B is the speed champion and is perfectly stable on algorithms, but unreliable when generating a whole class — note the bimodal 5↔26 scheduler.
• 2) DeepSeek 6.7B is the steady pick: scheduler 26/26 on every run, fits VRAM, ~5 s.
• 3) Stepping up to 14B trades a little speed for steadier whole-app generation — the sweet spot before you need a 24 GB GPU for 32B.
• The rest of the deck backs each of these with measured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contenders: three local models that all fit 16 GB VRAM, plus Claude Opus as a correctness yardstick.
• Qwen 7B (~5 GB) and DeepSeek 6.7B (~4.5 GB) are the fast small models; Qwen 14B (~9 GB) is the mid-size.
• All are Q4-quantised, served by Ollama, $0 per token.
• Licensing: Qwen is Apache 2.0, DeepSeek under its own commercial-friendly license; Claude is API-only.
• 32B/33B exist in our earlier data but aren't the focus — they offload to RAM on 16 GB and are slow.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workloads, identical harness for every model.
• LeetCode: 10 problems, 38 test cases, sandboxed execution with a 5 s infinite-loop guard.
• Scheduler: the model generates a whole ReminderService class from a spec; 26 behavioural checks drive CRUD, time-window filters, and a 5-part integration scenario.
• LeetCode measures algorithmic correctness; the Scheduler measures real-world, multi-method code generation.
• Exact prompts for every test are on the final two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Measured LeetCode pass rate. The small local models land at 89% (34/38); DeepSeek varies 33–37 across sessions.
• Claude Opus reaches 97% (37/38) — the frontier ceiling here is only ~3 points above the 7B/14B models.
• Everyone misses LC#295 — the class-based MedianFinder the harness can't instantiate. It's a driver limitation, identical for every model.
• Headline: on well-specified algorithm problems, a 7B model is already within a few points of the frontier.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Scheduler = whole-class generation, where the models diverge.
• All three CAN hit 26/26 — the doughnuts show best-case.
• But Qwen 7B only got there on 1 of 3 runs; the other two crashed to 5/26 on a hallucinated `crypto.v4` import.
• DeepSeek 6.7B and Qwen 14B passed 26/26 on every run — they generated a valid id scheme.
• So the real differentiator at this size is run-to-run reliability, not the best-case number. The consistency slide quantifies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slide a single-run benchmark can't give you: run-to-run variance.
• Qwen 7B LeetCode is identical all 3 runs (34/38) — algorithms are stable. But its Scheduler is bimodal: 5, 26, 5 — it either works or crashes, nothing in between.
• DeepSeek 6.7B is the opposite of flaky: 33/38 and 26/26 on all three runs, byte-stable.
• 14B shown for one run (26/26, 34/38) — matched the stable pattern.
• Practical lesson: at 7B, validate every generated file; reliability is a first-class metric, not an afterthought.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task, different house styles — and the differences predict reliability.
• Hash maps: 7B/14B/Claude use a real Map&lt;&gt;; DeepSeek 6.7B uses a plain {} object (works, less idiomatic).
• Typing: 14B and Claude annotate explicitly; 7B infers; DeepSeek leaves locals untyped.
• UUID is the tell: Claude and Qwen 32B use the built-in crypto.randomUUID (no deps); DeepSeek/14B pull in the `uuid` package; Qwen 7B invented `crypto.v4`, which doesn't exist and crashes — the root cause of its flaky scheduler.
• Comments: DeepSeek comments heavily; the others keep it clean.
• Takeaway: dependency discipline and valid stdlib use track with model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Speed is why you'd pick a small model.
• 7B ~2.3 s, 6.7B ~4.7 s, 14B ~5.6 s — all interactive on a 16 GB GPU.
• The grey 32B bar (~76 s) shows the cliff: a 19 GB model can't fit 16 GB and offloads ~30% to CPU/RAM.
• Token counts are modest (~400–600/problem), so latency is compute-bound, not verbosity.
• Everything is $0 per token locally. Stay at or below 14B and you keep both speed and zero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Everything here is reproducible in three commands: install/build, run a model, render its card.
• The three images are real screenshots of the result cards the harness prints (results-*.txt), colour-coded PASS/FAIL.
• Qwen 7B card shows the LC#206 infinite-loop timeout; 14B shows its own misses; DeepSeek shows the clean run.
• Point out you can re-run any single saved answer with `node dist/run-answer.js &lt;file&gt;`.
• Full-resolution cards live in deck-assets/ and the raw text in results-*.txt.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Express service (src/api-server.ts) puts every model — local and frontier — behind one HTTP API.
• Two surfaces: an OpenAI-compatible /v1/chat/completions (point any OpenAI client at it) and a per-model /models/:id/chat REST route.
• Local models route to Ollama by tag; claude-opus and codex route to the Anthropic/OpenAI SDKs via keys in .env.
• The code sample is a plain fetch — no SDK needed. Swap the model id in the URL to switch models.
• Full request/response shapes, curl, and the OpenAI-SDK pattern are in API.md.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when you want to poke at a generated scheduler yourself, not run the 26-test grader.
• try-scheduler.js loads any saved ReminderService answer, instantiates it, and either runs a narrated demo of every method or drops you into a REPL.
• In REPL mode you get a live `svc` plus FUTURE()/PAST() helpers — call create(), listPending(), complete(), etc. by hand and see real return values.
• This is the manual counterpart to run-answer.js (which runs the formal suite).
• Great for understanding WHY a model's class behaves the way it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guide + licensing in one view, all three local models commercial-friendly.
• Qwen 7B wins on speed; loses on whole-app reliability.
• DeepSeek 6.7B and Qwen 14B win on reliable generation; all three tie on algorithms, VRAM fit, and $0 cost.
• Recommendation: default to DeepSeek 6.7B (fast + the only small model 26/26 every run); use Qwen 7B for speed with per-output validation; 14B for steadier generation.
• Licenses: Qwen Apache 2.0, DeepSeek's own commercial-friendly license — both shippable.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exact text every model received — nothing paraphrased.
• Top-left: the fixed system prompt for all LeetCode calls (identical for all models, temperature 0.05).
• Two representative user prompts shown verbatim — Two Sum (Easy) and Trapping Rain Water (Hard).
• Note the explicit module.exports contract and worked examples — same scaffolding for every model, so differences are the model, not the prompt.
• All 10 prompts are in src/leetcode/problems.ts; the Scheduler prompt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full Scheduler prompt, verbatim — the whole-app generation task.
• It gives the TypeScript interface (Reminder, CreateReminderInput, ReminderService) and 7 explicit implementation requirements: UUID ids, in-memory Map, pending/overdue semantics, throw-on-missing, and the strict output format.
• The 26 behavioural tests assert exactly these requirements.
• This is the prompt where Qwen 7B's hallucinated crypto.v4 import shows up — the spec says 'crypto.randomUUID() or a simple counter', and 7B mangled it.
• Closing: small local models are fast and capable; pick by reliability, and validate generated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54864"/>
            <a:ext cx="2926080" cy="5088636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1005840"/>
            <a:ext cx="201168" cy="20116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03720" y="96926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Qwen2.5-Coder 7B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0" y="1645920"/>
            <a:ext cx="201168" cy="201168"/>
          </a:xfrm>
          <a:prstGeom prst="ellipse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6093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DeepSeek-Coder 6.7B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0" y="2286000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03720" y="2249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Qwen2.5-Coder 14B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0" y="2926080"/>
            <a:ext cx="201168" cy="20116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288950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Claude Opus (frontier ref)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D5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 = await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D5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eval('twoSum([2,7,11,15],9)');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82296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Coding LLMs: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7B → 14B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57200" y="288036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B4D8"/>
                </a:solidFill>
              </a:rPr>
              <a:t>Faster small models, measured head-to-head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429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Qwen2.5-Coder 7B / 14B  ·  DeepSeek-Coder 6.7B  ·  Claude Opus reference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48056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4A6582"/>
                </a:solidFill>
              </a:rPr>
              <a:t>Measured on an RTX 4070 Ti Super (16 GB) · 47 GB RAM · Ollama · Windows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651760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9304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7B is fast — but flaky on whole-app code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Qwen 7B answers in ~2 s and nails 34/38 LeetCode every run, but its Scheduler swings 5/26 ↔ 26/26 across runs — a hallucinated import crashes 2 of 3 attempts.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1143000"/>
            <a:ext cx="26517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1143000"/>
            <a:ext cx="2651760" cy="64008"/>
          </a:xfrm>
          <a:prstGeom prst="rect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289304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8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29184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DeepSeek 6.7B is the steady all-rounder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25146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Fits 16 GB VRAM, ~5 s/problem, 26/26 Scheduler every single run. LeetCode wobbles 33–37/38 (one intermittent miss). The most reliable small model here.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89320" y="1143000"/>
            <a:ext cx="26517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143000"/>
            <a:ext cx="26517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289304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12648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14B buys reliability, not peak score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25146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Qwen 14B (~9 GB, still fits) holds 26/26 Scheduler and 34/38 LeetCode — steadier than 7B at ~5.6 s. The mid-size sweet spot before you need a bigger GPU.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MODELS UNDER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Local Line-up (+ a Frontier Yardstick)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</a:rPr>
              <a:t>Hardware: RTX 4070 Ti Super (16 GB) · 47 GB RAM · Ollama · Windows 11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25880"/>
            <a:ext cx="54864" cy="1554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Qwen2.5-Coder 7B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qwen2.5-coder:7b-instruct-q4_K_M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Footprint: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~5 GB · fits GPU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License: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Apache 2.0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325880"/>
            <a:ext cx="54864" cy="1554480"/>
          </a:xfrm>
          <a:prstGeom prst="rect">
            <a:avLst/>
          </a:prstGeom>
          <a:solidFill>
            <a:srgbClr val="5E8BFF"/>
          </a:solidFill>
          <a:ln w="12700">
            <a:solidFill>
              <a:srgbClr val="5E8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DeepSeek-Coder 6.7B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deepseek-coder:6.7b-instruct-q4_K_M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Footprint: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~4.5 GB · fits GPU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License: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DeepSeek License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063240"/>
            <a:ext cx="54864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Qwen2.5-Coder 14B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520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qwen2.5-coder:14b-instruct-q4_K_M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40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Footprint: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~9 GB · fits GPU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License: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Apache 2.0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063240"/>
            <a:ext cx="54864" cy="1554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Claude Opus 4.8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92040" y="3520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frontier API · reference only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92040" y="3840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Footprint: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no GPU · cloud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License: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Anthropic ToS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All three local models fit a 16 GB GPU and run fully on-device at $0 / token. (32B/33B were also measured but need 24 GB+ to run at speed.)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EVALUATION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Tested &amp; How It's Scored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43000"/>
            <a:ext cx="54864" cy="3657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LeetCode Problem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572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</a:rPr>
              <a:t>10 problems · Easy→Hard · 38 test cases · TypeScript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94360" y="1874520"/>
            <a:ext cx="640080" cy="2286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874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Easy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325880" y="1856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Two Sum, Valid Parens, Merge Lists, Reverse LL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4360" y="2587752"/>
            <a:ext cx="64008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58775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Medium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325880" y="25694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Longest Substring, Max Subarray, Num Islands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" y="3300984"/>
            <a:ext cx="640080" cy="228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3009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Hard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325880" y="3282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Trapping Rain, Min Window, Median Stream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Model writes TS → we transpile, sandbox-execute in a worker (killed at 5 s), and assert exact outputs.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143000"/>
            <a:ext cx="41148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143000"/>
            <a:ext cx="54864" cy="3657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Scheduler / Reminder App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57276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</a:rPr>
              <a:t>26 behavioural tests · full class generation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9204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create() — id, defaults, uniqueness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92040" y="22219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getById() — found vs. undefined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92040" y="25694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listPending() / listOverdue() — time filters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92040" y="29169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complete() / delete() — with error cases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92040" y="3264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getDueWithin(n) — window filter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9204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reschedule() — updates dueAt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92040" y="39593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</a:rPr>
              <a:t>✓ 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Integration — full create→complete→overdue (×5)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LEETCODE BENCHMARK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 Pass Rate (38 test cases)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53035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143000"/>
            <a:ext cx="29718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852160" y="1143000"/>
            <a:ext cx="297180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89320" y="1243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Reading the numbers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89320" y="16002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Small models cluster at 34/38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89320" y="18745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Qwen 7B &amp; 14B: 34/38; DeepSeek 6.7B: 33–37/38 across runs.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89320" y="26243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One universal miss: LC#295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89320" y="28986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MedianFinder is class-based; the driver can't instantiate it, so EVERY model scores 0/1 — a harness limit, not a model error.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89320" y="364845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Claude tops out at 37/38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89320" y="392277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The frontier ceiling on this suite — only 3 points above the small local models.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SCHEDULER APP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ReminderService — 26 Behavioural Tests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43000"/>
          <a:ext cx="24688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16733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26/26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07568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tests pass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Qwen 7B (best run)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364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97706"/>
                </a:solidFill>
              </a:rPr>
              <a:t>but 5/26 on 2 of 3 runs</a:t>
            </a:r>
            <a:endParaRPr lang="en-US" sz="9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3291840" y="1143000"/>
          <a:ext cx="24688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3291840" y="16733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8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26/26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3291840" y="207568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tests pass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329184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DeepSeek 6.7B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291840" y="3364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6A34A"/>
                </a:solidFill>
              </a:rPr>
              <a:t>26/26 every run</a:t>
            </a:r>
            <a:endParaRPr lang="en-US" sz="950" dirty="0"/>
          </a:p>
        </p:txBody>
      </p:sp>
      <p:graphicFrame>
        <p:nvGraphicFramePr>
          <p:cNvPr id="14" name="Chart 2" descr=""/>
          <p:cNvGraphicFramePr/>
          <p:nvPr/>
        </p:nvGraphicFramePr>
        <p:xfrm>
          <a:off x="6126480" y="1143000"/>
          <a:ext cx="24688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 10"/>
          <p:cNvSpPr/>
          <p:nvPr/>
        </p:nvSpPr>
        <p:spPr>
          <a:xfrm>
            <a:off x="6126480" y="16733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26/26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126480" y="207568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tests pass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12648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Qwen 14B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126480" y="3364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6A34A"/>
                </a:solidFill>
              </a:rPr>
              <a:t>26/26 every run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57200" y="3886200"/>
            <a:ext cx="8321040" cy="9601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40080" y="39776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</a:rPr>
              <a:t>The catch — reliability, not peak score: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Qwen 7B can hit a perfect 26/26, but only on a good run. On 2 of 3 runs it crashed to 5/26 because it hallucinated `import { v4 } from 'crypto'` (crypto has no v4). DeepSeek 6.7B and Qwen 14B used a valid id generator and passed 26/26 on every run. See the next slide.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RUN-TO-RUN CONSISTENCY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Prompt, 3 Runs — Who Is Stable?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Each model run 3× with identical prompts (temperature 0.05). LeetCode = /38, Scheduler = /26.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84124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Run 1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Run 2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Run 3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Verdict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D1B2A"/>
                          </a:solidFill>
                        </a:rPr>
                        <a:t>Qwen 7B — LeetCode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34/38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34/38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34/38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</a:rPr>
                        <a:t>rock-solid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D1B2A"/>
                          </a:solidFill>
                        </a:rPr>
                        <a:t>Qwen 7B — Scheduler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5/26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26/26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5/26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C2626"/>
                          </a:solidFill>
                        </a:rPr>
                        <a:t>BIMODAL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D1B2A"/>
                          </a:solidFill>
                        </a:rPr>
                        <a:t>DeepSeek 6.7B — LeetCode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33/38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33/38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33/38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</a:rPr>
                        <a:t>stable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D1B2A"/>
                          </a:solidFill>
                        </a:rPr>
                        <a:t>DeepSeek 6.7B — Scheduler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26/26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26/26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26/26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</a:rPr>
                        <a:t>rock-solid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D1B2A"/>
                          </a:solidFill>
                        </a:rPr>
                        <a:t>Qwen 14B — LeetCode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34/38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(1 run)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D1B2A"/>
                          </a:solidFill>
                        </a:rPr>
                        <a:t>Qwen 14B — Scheduler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26/26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</a:rPr>
                        <a:t>(1 run)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160520"/>
            <a:ext cx="8412480" cy="77724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42245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Why it matters: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 single run hides instability. Qwen 7B's Scheduler looks perfect (26/26) one run and broken (5/26) the next — a hallucinated import that compiles differently each sample. If you ship a 7B for app-generation, you must validate every output. DeepSeek 6.7B and 14B were deterministic across runs.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CODE STYLE — SYNTAX, NAMING &amp; CONVENTIONS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Each Model Writes the Same Code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Trait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Qwen 7B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DeepSeek 6.7B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Qwen 14B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Claude Opus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Hash map idiom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Map&lt;&gt;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plain {} obj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Map&lt;&gt; (typed)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Map&lt;&gt;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Local typing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inferred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untyped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explicit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explicit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Inline comments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heavy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UUID generation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</a:rPr>
                        <a:t>crypto.v4 ✗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uuid pkg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uuid pkg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crypto.randomUUID 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External deps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uuid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uuid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A34A"/>
                          </a:solidFill>
                        </a:rPr>
                        <a:t>none (stdlib)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</a:rPr>
                        <a:t>Indent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4-space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4-space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4-space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2-space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4160520"/>
            <a:ext cx="8412480" cy="7772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2245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65A82"/>
                </a:solidFill>
              </a:rPr>
              <a:t>Conventions reveal capability.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Claude &amp; Qwen 32B reach for Node's built-in crypto.randomUUID() (zero deps, portable). DeepSeek and Qwen 14B assume the external `uuid` npm package. Qwen 7B hallucinated `v4` from `crypto` — a non-existent export that crashes at load. DeepSeek over-comments and uses a plain object as a map; the larger/frontier models write tighter, explicitly-typed TypeScript.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PERFORMANCE — LATENCY &amp; TOKENS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Is the Small-Model Advantage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Measured avg latency per LeetCode problem (seconds, local)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325880"/>
          <a:ext cx="51206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375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A82"/>
                </a:solidFill>
              </a:rPr>
              <a:t>The point of small models: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7B/6.7B/14B all answer in 2–6 s on a 16 GB GPU. The 32B (shown grey) jumps to ~76 s because a 19 GB model spills into system RAM. Stay ≤14B and everything fits and flies.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0" y="1143000"/>
            <a:ext cx="31546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669280" y="1143000"/>
            <a:ext cx="315468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06440" y="12435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</a:rPr>
              <a:t>Tokens &amp; throughput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79008" y="1572768"/>
          <a:ext cx="2971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21208"/>
                <a:gridCol w="521208"/>
                <a:gridCol w="51206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7B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6.7B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14B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Tokens/problem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409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Avg latency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2.3s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4.7s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5.6s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Sched gen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~7s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~9s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~12s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Fits 16 GB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1B2A"/>
                          </a:solidFill>
                        </a:rPr>
                        <a:t>Cost/token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$0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$0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$0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REPRODUCE IT — RUN &amp; READ THE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Run + the Result Cards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868680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8138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&amp;&amp; npm run build                                   # one-time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$env:ONLY_MODELS="qwen7b"; $env:OUT="results-7b.json"; node dist/run-eval.js   # run a model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dist/render-cards.js results-7b.json results-7b.txt        # render the card below</a:t>
            </a:r>
            <a:endParaRPr lang="en-US" sz="900" dirty="0"/>
          </a:p>
        </p:txBody>
      </p:sp>
      <p:pic>
        <p:nvPicPr>
          <p:cNvPr id="6" name="Image 0" descr="C:\Users\dhira\Documents\Obsidian-Vaults\Claude-Vault\Trading\llm-coding-eval\deck-assets\card-qwen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103120"/>
            <a:ext cx="2743200" cy="236075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4482165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Qwen 7B</a:t>
            </a:r>
            <a:endParaRPr lang="en-US" sz="1000" dirty="0"/>
          </a:p>
        </p:txBody>
      </p:sp>
      <p:pic>
        <p:nvPicPr>
          <p:cNvPr id="8" name="Image 1" descr="C:\Users\dhira\Documents\Obsidian-Vaults\Claude-Vault\Trading\llm-coding-eval\deck-assets\card-ds6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112" y="2103120"/>
            <a:ext cx="2743200" cy="23607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82112" y="4482165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DeepSeek 6.7B</a:t>
            </a:r>
            <a:endParaRPr lang="en-US" sz="1000" dirty="0"/>
          </a:p>
        </p:txBody>
      </p:sp>
      <p:pic>
        <p:nvPicPr>
          <p:cNvPr id="10" name="Image 2" descr="C:\Users\dhira\Documents\Obsidian-Vaults\Claude-Vault\Trading\llm-coding-eval\deck-assets\card-14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4" y="2103120"/>
            <a:ext cx="2743200" cy="236075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89904" y="4482165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Qwen 14B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365760" y="486460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Each run writes a colour-coded result card (PASS green / FAIL red) — these three are pasted straight from results-*.txt.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SERVE THEM — NODE.JS + TYPESCRIPT API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Expose Every Model Behind One API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src/api-server.ts (Express) — OpenAI-compatible + per-model routes. Full docs in API.md.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0233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4023360" cy="54864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Endpoints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/health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066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liveness + model list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/v1/models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discover ids + tier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314553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/v1/chat/completions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OpenAI-compatible (route by model)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380390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/models/:id/chat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041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per-model REST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45262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</a:rPr>
              <a:t>Model ids: qwen2.5-coder-7b · -14b · -32b · deepseek-coder-6.7b · -33b · claude-opus · codex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0" y="1325880"/>
            <a:ext cx="4206240" cy="3474720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141732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start 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server:start   // :3456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call any model from Node/TS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 = await fetch(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'http://localhost:3456/models/' +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'qwen2.5-coder-14b/chat',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method: 'POST',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headers: {'Content-Type':'application/json'},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body: JSON.stringify({ messages: 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role: 'user',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content: 'Write twoSum in TS' }],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max_tokens: 512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choices } = await res.json();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console.log(choices[0].message.content);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TEST A SCHEDULER BY HAND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the Class Itself — No Test Suite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src/try-scheduler.ts loads any saved ReminderService and lets you call its methods directly.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114800" cy="3474720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173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narrated demo of every method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dist/try-scheduler.js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answers-7b/qwen7b/\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scheduler-ReminderService.ts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a live REPL — call methods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yourself with a real `svc`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dist/try-scheduler.js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&lt;answer.ts&gt; --repl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scheduler&gt; svc.create({ title:'X',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dueAt: FUTURE(5) })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scheduler&gt; svc.listPending()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1148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3258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</a:rPr>
              <a:t>What you get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</a:rPr>
              <a:t>Demo mode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2075688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instantiates the class and calls create / getById / listPending / listOverdue / complete / delete / getDueWithin / reschedule, printing each result.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46320" y="27889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</a:rPr>
              <a:t>REPL mode (--repl)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3035808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drops you into a Node prompt with a live `svc` instance plus FUTURE(min) / PAST(min) helpers — poke at the class however you like.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46320" y="3749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</a:rPr>
              <a:t>No harness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995928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runs the generated class on its own — not the 26-test suite — so you can explore behaviour, not just pass/fail.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DECISION GUIDE &amp; LICENSING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Small Model Should You Use?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Use case / property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Qwen 7B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DeepSeek 6.7B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Qwen 14B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Fastest responses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</a:rPr>
                        <a:t>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</a:rPr>
                        <a:t>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Reliable whole-app generation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Algorithmic correctness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Fits 16 GB GPU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Zero per-token cost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</a:rPr>
                        <a:t>★★★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Commercial license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Apache 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DeepSeek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Apache 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84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0A2540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3977640"/>
            <a:ext cx="54864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4069080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B4D8"/>
                </a:solidFill>
              </a:rPr>
              <a:t>Recommendation: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Default to DeepSeek-Coder 6.7B — it fits, it's fast (~5 s), and it's the only small model that was 26/26 on the app every run. Reach for Qwen 7B when raw speed matters and you validate each output; step to Qwen 14B for steadier generation with a little more headroom. All three are $0/token and ship-ready.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APPENDIX — EXACT PROMPTS (VERBATIM)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Prompts Sent to Every Model — LeetCode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60520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System prompt (every LeetCode call)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344168"/>
            <a:ext cx="4160520" cy="1737360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417320"/>
            <a:ext cx="39319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an expert TypeScript engineer. When asked to solve a coding problem: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Write clean, correct TypeScript code.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Wrap your solution in a single ```typescript code block.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Use module.exports = { functionName } at the end.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Do NOT include any explanation outside the code block.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Ensure your solution handles all edge cases.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3200400"/>
            <a:ext cx="4160520" cy="274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LC#206 Reverse Linked List (Easy)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3493008"/>
            <a:ext cx="4160520" cy="1371600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3566160"/>
            <a:ext cx="39319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Given the head of a singly linked list (represented as an array), reverse the list, and return the reversed list.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a TypeScript function: function reverseList(head: number[]): number[]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it as: module.exports = { reverseList }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617720" y="1051560"/>
            <a:ext cx="4160520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</a:rPr>
              <a:t>LC#42 Trapping Rain Water (Hard)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344168"/>
            <a:ext cx="4160520" cy="3566160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1417320"/>
            <a:ext cx="393192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Given n non-negative integers representing an elevation map where the width of each bar is 1, compute how much water it can trap after raining.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Constraints: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 == height.length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 &lt;= n &lt;= 2 * 10^4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- 0 &lt;= height[i] &lt;= 10^5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an O(n) time, O(1) space solution.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a TypeScript function: function trap(height: number[]): number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it as: module.exports = { trap }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65760" y="498348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Representative prompts shown verbatim — all 10 LeetCode prompts live in src/leetcode/problems.ts.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B4D8"/>
                </a:solidFill>
              </a:rPr>
              <a:t>APPENDIX — EXACT PROMPTS (VERBATIM)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Sent to Every Model — Scheduler App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8412480" cy="274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</a:rPr>
              <a:t>ReminderService — full prompt (task + interface + 7 requirements + output format), read top-to-bottom, left column then right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160520" cy="3611880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399032"/>
            <a:ext cx="39502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an expert TypeScript/Node.js engineer.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a complete, production-quality Reminder/Scheduler app in TypeScript.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Requirements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 the following TypeScript class and export it: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```typescript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RepeatInterval = "once" | "daily" | "weekly" | "monthly";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Reminder {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id: string;           // UUID v4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string;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description?: string;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dueAt: Date;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repeat: RepeatInterval;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tags: string[];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completed: boolean;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createdAt: Date;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CreateReminderInput {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string;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description?: string;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dueAt: Date;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repeat?: RepeatInterval;   // default: "once"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tags?: string[];           // default: []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4160520" cy="3611880"/>
          </a:xfrm>
          <a:prstGeom prst="rect">
            <a:avLst/>
          </a:prstGeom>
          <a:solidFill>
            <a:srgbClr val="0D1B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27448" y="1399032"/>
            <a:ext cx="39502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ReminderService {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create(input: CreateReminderInput): Reminder;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getById(id: string): Reminder | undefined;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listAll(): Reminder[];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listPending(): Reminder[];    // not completed, dueAt &gt;= now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listOverdue(): Reminder[];    // not completed, dueAt &lt; now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complete(id: string): Reminder;  // throws if not found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delete(id: string): boolean;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getDueWithin(minutes: number): Reminder[];  // pending reminders due within N minutes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reschedule(id: string, newDueAt: Date): Reminder;  // throws if not found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Implementation requirements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Use `crypto.randomUUID()` or a simple counter-based ID generator for IDs.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Store reminders in an in-memory Map&lt;string, Reminder&gt;.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`listPending()` returns reminders where completed === false AND dueAt &gt;= now.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`listOverdue()` returns reminders where completed === false AND dueAt &lt; now.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`getDueWithin(minutes)` returns pending reminders where dueAt is between now and now+minutes.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All methods that take an id throw `new Error(`Reminder ${id} not found`)` if not found.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`complete()` and `reschedule()` mutate in-place and return the updated reminder.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Output format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Respond with ONLY a ```typescript code block containing the implementation.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B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with: module.exports = { ReminderService };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Coding Eval — Local 7B→14B vs Frontier</dc:title>
  <dc:subject>PptxGenJS Presentation</dc:subject>
  <dc:creator>Claude Code</dc:creator>
  <cp:lastModifiedBy>Claude Code</cp:lastModifiedBy>
  <cp:revision>1</cp:revision>
  <dcterms:created xsi:type="dcterms:W3CDTF">2026-06-12T02:38:09Z</dcterms:created>
  <dcterms:modified xsi:type="dcterms:W3CDTF">2026-06-12T02:38:09Z</dcterms:modified>
</cp:coreProperties>
</file>