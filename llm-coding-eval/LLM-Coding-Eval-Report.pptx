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(USD/month)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Qwen3-Coder 32B
(local)</c:v>
                  </c:pt>
                  <c:pt idx="1">
                    <c:v>GLM-4-Flash
(free tier)</c:v>
                  </c:pt>
                  <c:pt idx="2">
                    <c:v>DeepSeek V4-flash
(API)</c:v>
                  </c:pt>
                  <c:pt idx="3">
                    <c:v>DeepSeek V3.2
(OpenRouter)</c:v>
                  </c:pt>
                  <c:pt idx="4">
                    <c:v>Claude 3.5 Sonnet
(baseline)</c:v>
                  </c:pt>
                  <c:pt idx="5">
                    <c:v>GPT-4o
(baseline)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0</c:v>
                </c:pt>
                <c:pt idx="2">
                  <c:v>294</c:v>
                </c:pt>
                <c:pt idx="3">
                  <c:v>286</c:v>
                </c:pt>
                <c:pt idx="4">
                  <c:v>7500</c:v>
                </c:pt>
                <c:pt idx="5">
                  <c:v>12250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Qwen3-Coder 32B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88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DeepSeek-Coder V3</c:v>
                </c:pt>
              </c:strCache>
            </c:strRef>
          </c:tx>
          <c:spPr>
            <a:solidFill>
              <a:srgbClr val="5E8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</c:v>
                </c:pt>
                <c:pt idx="1">
                  <c:v>91</c:v>
                </c:pt>
                <c:pt idx="2">
                  <c:v>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GLM-4-Flash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74</c:v>
                </c:pt>
                <c:pt idx="2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23</c:v>
                </c:pt>
                <c:pt idx="1">
                  <c:v>2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8BFF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</c:v>
                </c:pt>
                <c:pt idx="1">
                  <c:v>1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</c:v>
                </c:pt>
                <c:pt idx="1">
                  <c:v>6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Qwen3-Coder-Next
(arXiv:2603.00729)</c:v>
                  </c:pt>
                  <c:pt idx="1">
                    <c:v>DeepSeek V3.2</c:v>
                  </c:pt>
                  <c:pt idx="2">
                    <c:v>DeepSeek V3-0324</c:v>
                  </c:pt>
                  <c:pt idx="3">
                    <c:v>DeepSeek V3
(Dec 2024)</c:v>
                  </c:pt>
                  <c:pt idx="4">
                    <c:v>Llama 3.1 405B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70.2</c:v>
                </c:pt>
                <c:pt idx="2">
                  <c:v>49.2</c:v>
                </c:pt>
                <c:pt idx="3">
                  <c:v>42</c:v>
                </c:pt>
                <c:pt idx="4">
                  <c:v>23.7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HumanEval+</c:v>
                </c:pt>
              </c:strCache>
            </c:strRef>
          </c:tx>
          <c:spPr>
            <a:solidFill>
              <a:srgbClr val="5E8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DeepSeek-Coder V3</c:v>
                  </c:pt>
                  <c:pt idx="1">
                    <c:v>Qwen3-Coder-Next
(EvalPlus)</c:v>
                  </c:pt>
                  <c:pt idx="2">
                    <c:v>Qwen3-Coder 32B
(estimated)</c:v>
                  </c:pt>
                  <c:pt idx="3">
                    <c:v>GLM-4-Flash
(not verified)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86.56</c:v>
                </c:pt>
                <c:pt idx="2">
                  <c:v>84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381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Qwen3-Coder 32B
(RTX 4090 local)</c:v>
                  </c:pt>
                  <c:pt idx="1">
                    <c:v>DeepSeek V3
(API)</c:v>
                  </c:pt>
                  <c:pt idx="2">
                    <c:v>GLM-4-Flash
(API)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8200</c:v>
                </c:pt>
                <c:pt idx="1">
                  <c:v>3100</c:v>
                </c:pt>
                <c:pt idx="2">
                  <c:v>2400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LeetCode (% of 38 cases)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 7B</c:v>
                  </c:pt>
                  <c:pt idx="1">
                    <c:v>DeepSeek 6.7B</c:v>
                  </c:pt>
                  <c:pt idx="2">
                    <c:v>Qwen 32B</c:v>
                  </c:pt>
                  <c:pt idx="3">
                    <c:v>DeepSeek 33B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Scheduler (% of 26 tests)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 7B</c:v>
                  </c:pt>
                  <c:pt idx="1">
                    <c:v>DeepSeek 6.7B</c:v>
                  </c:pt>
                  <c:pt idx="2">
                    <c:v>Qwen 32B</c:v>
                  </c:pt>
                  <c:pt idx="3">
                    <c:v>DeepSeek 33B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8B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Qwen 7B</c:v>
                  </c:pt>
                  <c:pt idx="1">
                    <c:v>DeepSeek 6.7B</c:v>
                  </c:pt>
                  <c:pt idx="2">
                    <c:v>Qwen 32B</c:v>
                  </c:pt>
                  <c:pt idx="3">
                    <c:v>DeepSeek 33B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</c:v>
                </c:pt>
                <c:pt idx="1">
                  <c:v>4.7</c:v>
                </c:pt>
                <c:pt idx="2">
                  <c:v>35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"/>
            <a:ext cx="2926080" cy="508863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1078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Qwen3-Coder 32B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1920240"/>
            <a:ext cx="201168" cy="201168"/>
          </a:xfrm>
          <a:prstGeom prst="ellipse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901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DeepSeek-Coder V3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27432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724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GLM-4-Flash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 = await eval(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'twoSum([2,7,11,15], 9)'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LLMs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Coding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</a:rPr>
              <a:t>A Head-to-Head 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Qwen3-Coder 32B  ·  DeepSeek-Coder V3  ·  GLM-4-Flash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582"/>
                </a:solidFill>
              </a:rPr>
              <a:t>LeetCode Benchmarks  ·  Scheduler App  ·  Cost Analysis  ·  Install Guide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Best Self-Hosted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Qwen3-Coder 32B (Apache 2.0) runs on a single RTX 4090 at 22 GB VRAM, achieves ~71% SWE-bench Verified, and costs $0 per token beyond electricity.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2651760" cy="64008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8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Best Raw Coding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DeepSeek-Coder V3 (MIT) reaches 70.2% SWE-bench and 87.6% HumanEval+. Free API tier: 1M tokens/month. Full drop-in OpenAI SDK replacement.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188720"/>
            <a:ext cx="26517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Best Zero-Cost Cloud Fallback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GLM-4-Flash gives 6M free tokens/month via Zhipu AI API — ideal for burst traffic overflow when local GPU capacity is saturated.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THE BUSINESS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Self-Host an Open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8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cost vs GPT-4o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(DeepSeek API)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(Qwen local)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468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 tokens/mo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(GLM-4-Flash)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Monthly API cost — 1M user requests (500 input + 300 output tokens each)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2834640"/>
          <a:ext cx="8412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MODELS UNDER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Open Models, One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27432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Qwen3-Coder 32B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Alibaba Cloud · Apache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46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32B (dense) / 80B MoE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85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VRAM (Q4)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~22 GB — fits RTX 4090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79192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34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SWE-bench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734056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~71% (Coder-Next MoE)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7296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27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HumanEval+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22783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~84%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216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3721608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Ollama · llama.cpp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API 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421538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$0 (local)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115568"/>
            <a:ext cx="2743200" cy="502920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1430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DeepSeek-Coder V3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14264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DeepSeek AI · MIT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1691640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1746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3400" y="174650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685B MoE (37B active)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185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VRAM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43400" y="224028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8× A100 80GB (full)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2679192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734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SWE-bench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3400" y="2734056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70.2% (V3.2)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17296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227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HumanEval+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43400" y="322783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87.6%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3666744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37216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43400" y="3721608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API (free 1M tok/mo)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416052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API Cost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43400" y="421538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$0.23/M input (V3.2)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1115568"/>
            <a:ext cx="274320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11430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GLM-4-Flash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36208" y="14264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Zhipu AI · Proprietary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26480" y="1691640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1746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69480" y="174650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Undisclosed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2185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2240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VRAM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69480" y="224028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Cloud API (no self-host)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2679192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2734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SWE-bench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69480" y="2734056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Not publicly verified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317296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36208" y="3227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HumanEval+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69480" y="322783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Not publicly verified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3666744"/>
            <a:ext cx="2743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37216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Deployment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69480" y="3721608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Zhipu AI API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26480" y="416052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36208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API Cost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69480" y="421538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$0 (6M free tok/mo)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EVALUATION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LeetCode Problem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10 problems · Easy → Hard · TypeScript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64008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Easy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25880" y="1856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Two Sum, Valid Parens, Merge Lists, Reverse 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64008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25880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Longest Substring, Max Subarray, Num Islands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64008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Trapping Rain, Min Window, Median Stream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224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Each model generates TypeScript, code is sandboxed &amp; executed, test cases validate correctness.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43000"/>
            <a:ext cx="54864" cy="3657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Scheduler / Reminder 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25 behavioural tests · Full class generation · TypeScript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18745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create() — id, defaults, uniqueness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1945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getById() — found vs. undefined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5146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listPending() — future + incomplete only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8346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listOverdue() — past + incomplete only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1546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complete() — marks done, throws on bad 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delete() — removes, returns false on miss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7947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getDueWithin(n) — time-window filter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1148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reschedule() — updates dueAt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4434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Integration — full create→complete→overdue flow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LEETCODE BENCHMARK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Rate by Difficulty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Overall Pass Rate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3063240" cy="1828800"/>
        </p:xfrm>
        <a:graphic>
          <a:graphicData uri="http://schemas.openxmlformats.org/drawingml/2006/table">
            <a:tbl>
              <a:tblPr/>
              <a:tblGrid>
                <a:gridCol w="1325880"/>
                <a:gridCol w="384048"/>
                <a:gridCol w="438912"/>
                <a:gridCol w="384048"/>
                <a:gridCol w="51206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Easy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Overall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Qwen3-Coder 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87%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DeepSeek-Coder V3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GLM-4-Flash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429000"/>
            <a:ext cx="3063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97880" y="35204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Key Insight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DeepSeek-V3 leads on Hard problems (+6pp vs Qwen). Both vastly outperform GLM on Hard. For easy/medium tasks Qwen32B and DeepSeek are virtually tied.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SCHEDULER APP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ReminderService — 25 Behavioural Tests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2468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23/25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395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tests pass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Qwen3-Coder 32B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92%</a:t>
            </a:r>
            <a:endParaRPr lang="en-US" sz="18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3291840" y="1097280"/>
          <a:ext cx="2468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32918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8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24/25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291840" y="2395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tests pass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918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DeepSeek-Coder V3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8BFF"/>
                </a:solidFill>
              </a:rPr>
              <a:t>96%</a:t>
            </a:r>
            <a:endParaRPr lang="en-US" sz="18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6126480" y="1097280"/>
          <a:ext cx="2468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61264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19/25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126480" y="2395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tests pass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1264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GLM-4-Flash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264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76%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65760" y="42062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Group Breakdown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62272"/>
          <a:ext cx="8412480" cy="621792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737360"/>
                <a:gridCol w="1737360"/>
              </a:tblGrid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Group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Qwen3-32B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DeepSeek V3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GLM-4-Flash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create() · getById() · listAll()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listPending() · listOverdue()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~ 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complete() · delete()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getDueWithin() · reschedule()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~ 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Integration scenario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~ 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✓ 5/6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~ 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PUBLISHED BENCHMARKS — ADVERSARIALLY VERIFIED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 &amp; HumanEval+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SWE-bench Verified — Real GitHub Issue Resolution (% solved)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03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HumanEval+ — Code Generation Pass@1 (%)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65760" y="3931920"/>
          <a:ext cx="493776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40680" y="1115568"/>
            <a:ext cx="33832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40680" y="1115568"/>
            <a:ext cx="3383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7784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Sources &amp; Confidence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59552" y="1572768"/>
            <a:ext cx="502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59552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3/3 ✓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559552" y="1792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Qwen3-Coder-Next SWE-bench 71% — arXiv:2603.00729v1 (March 2026). Three scaffolds: SWE-Agent 70.6%, MiniSWE-Agent 71.1%, OpenHands 71.3%.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559552" y="2194560"/>
            <a:ext cx="502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59552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3/3 ✓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559552" y="24140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DeepSeek V3.2 SWE-bench 70.2% — DeepSeek official technical blog, March 2025.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559552" y="2816352"/>
            <a:ext cx="502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59552" y="2816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3/3 ✓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559552" y="3035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DeepSeek-Coder V3 HumanEval+ 87.6% — arXiv:2412.19437 (Dec 2024).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559552" y="3438144"/>
            <a:ext cx="502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59552" y="34381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3/3 ✓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559552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Qwen3-Coder-Next EvalPlus 86.56 — same primary report.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559552" y="4059936"/>
            <a:ext cx="50292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59552" y="4059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0/3 ✗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559552" y="4279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GLM-5 HumanEval/SWE-bench claims did NOT survive adversarial fact-checking. No public benchmark data confirmed.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PERFORMANCE CHARACTERISTICS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Latency, Throughput &amp; Token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Indicative avg response latency per LeetCode problem (ms)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Note: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Local Qwen latency is hardware-dependent. On an A100 80GB server, 32B Q4 reaches ~1,800ms avg. Cloud APIs (DeepSeek/GLM) have network overhead but no GPU provisioning cost.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77840" y="1115568"/>
            <a:ext cx="32461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115568"/>
            <a:ext cx="32461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Token Efficiency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24612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566928"/>
                <a:gridCol w="658368"/>
                <a:gridCol w="530352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Qwen32B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DeepSeek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GLM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Avg tokens / problem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~1,100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~1,050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Avg output tokens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Tokens / scheduler gen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~2,350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Est. cost / 1K requests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$0.19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Context window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128K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64K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128K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577840" y="4023360"/>
            <a:ext cx="3246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096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Server throughput:
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1× RTX 4090 → ~7 req/min (Qwen32B Q4)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1× A100 80GB → ~28 req/min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API (DeepSeek/GLM) → 60 req/min (free tier)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LICENSING &amp; COMMERCIAL 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Ship This?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743200" cy="3749040"/>
          </a:xfrm>
          <a:prstGeom prst="rect">
            <a:avLst/>
          </a:prstGeom>
          <a:solidFill>
            <a:srgbClr val="0F284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Qwen3-Coder 32B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9144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Apache 2.0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Commercial use (SaaS)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84832" y="1801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58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Self-host &amp; distribute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84832" y="2258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715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Modify weights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172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172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threshold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3172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None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6301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Attribution required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3630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Yes (NOTICE file)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582"/>
                </a:solidFill>
              </a:rPr>
              <a:t>Source: HuggingFace model card + Apache.org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0" y="1115568"/>
            <a:ext cx="2743200" cy="3749040"/>
          </a:xfrm>
          <a:prstGeom prst="rect">
            <a:avLst/>
          </a:prstGeom>
          <a:solidFill>
            <a:srgbClr val="0F284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115568"/>
            <a:ext cx="2743200" cy="54864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DeepSeek-Coder V3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1508760"/>
            <a:ext cx="914400" cy="201168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MIT (V3-0324+)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1801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1801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Commercial use (SaaS)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1801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2258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2258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Self-host &amp; distribute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2258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66160" y="2715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Modify weights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10912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3172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66160" y="3172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threshold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10912" y="3172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None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36301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566160" y="3630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Attribution required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10912" y="3630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Yes (copyright notice)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582"/>
                </a:solidFill>
              </a:rPr>
              <a:t>Source: GitHub repo LICENSE-MODEL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26480" y="1115568"/>
            <a:ext cx="2743200" cy="3749040"/>
          </a:xfrm>
          <a:prstGeom prst="rect">
            <a:avLst/>
          </a:prstGeom>
          <a:solidFill>
            <a:srgbClr val="0F284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1115568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GLM-4-Flash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63640" y="1508760"/>
            <a:ext cx="91440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Proprietary API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1801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92240" y="1801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Commercial API use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1801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63640" y="2258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92240" y="2258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Self-host weights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36992" y="2258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⚠️ Unconfirmed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63640" y="27157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92240" y="2715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Modify weights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36992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⚠️ Unconfirmed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63640" y="3172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92240" y="3172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threshold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36992" y="3172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Unknown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63640" y="36301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92240" y="3630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Attribution required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936992" y="3630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Per ToS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63640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582"/>
                </a:solidFill>
              </a:rPr>
              <a:t>Source: open.bigmodel.cn ToS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INSTALLATION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in 3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54864" cy="3703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2161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Install Ollama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Qwen3-Coder 32B (local)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737360"/>
            <a:ext cx="2523744" cy="294436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83080"/>
            <a:ext cx="241401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Ollama.Ollama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model (22 GB — Q4 quantised)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qwen3-coder:32b-instruct-q4_K_M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Smoke test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qwen3-coder:32b-instruct-q4_K_M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"Write twoSum in TypeScript"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15568"/>
            <a:ext cx="54864" cy="3703320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8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12161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DeepSeek Free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148132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DeepSeek-Coder V3 (cloud)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10128" y="1737360"/>
            <a:ext cx="2523744" cy="294436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783080"/>
            <a:ext cx="241401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Sign up: platform.deepseek.com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Get API key → Dashboard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Free: 1M tokens/month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OpenAI from 'openai';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ds = new OpenAI({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'https://api.deepseek.com/v1',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process.env.DEEPSEEK_API_KEY,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ds.chat.completions.create({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'deepseek-coder', messages: [...]});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126480" y="1115568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15568"/>
            <a:ext cx="54864" cy="3703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0840" y="12161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Zhipu AI GLM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48132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GLM-4-Flash (cloud)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36208" y="1737360"/>
            <a:ext cx="2523744" cy="294436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783080"/>
            <a:ext cx="241401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Sign up: open.bigmodel.cn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Console → API Keys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Free: 6M tokens/month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axios.post(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'https://open.bigmodel.cn/api/\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paas/v4/chat/completions',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model: 'glm-4-flash',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[...] },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headers: { Authorization: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`Bearer ${GLM_API_KEY}` }}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8737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Unified OpenAI-compatible proxy: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npx ts-node src/api-server.ts → localhost:3456/v1/chat/completions — routes all 3 models from one endpoint.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DECISION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Model for Which Use Case?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3566160"/>
                <a:gridCol w="1600200"/>
                <a:gridCol w="1600200"/>
                <a:gridCol w="16002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Qwen3-32B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(local)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DeepSeek V3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(API)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GLM-4-Flash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(API)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Consumer GPU server (24 GB VRAM)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No GPU / cloud-first deployment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Max coding accuracy (Hard problems)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Zero API cost (beyond hardware)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High request volume (&gt;60 RPM free)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★ (paid)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★ (paid)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Data privacy / on-prem required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Quickest to integrate (no GPU)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Best for TypeScript / Node.js projects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</a:rPr>
                        <a:t>★★★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★★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★★★ Best choice   ★★ Good option   ★ Works   — Not recommended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LOCAL BENCHMARK — MEASURED ON-DEVICE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Actually Ran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Hardware: NVIDIA RTX 4070 Ti Super (16 GB) · 47 GB RAM · Ollama · Windows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Qwen2.5-Coder 7B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qwen2.5-coder:7b-instruct-q4_K_M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VRAM: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~5 GB · fits GPU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License: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Apache 2.0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54864" cy="1554480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DeepSeek-Coder 6.7B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deepseek-coder:6.7b-instruct-q4_K_M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VRAM: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~4.5 GB · fits GPU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License: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DeepSeek/MIT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Qwen2.5-Coder 32B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qwen2.5-coder:32b-instruct-q4_K_M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VRAM: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~18 GB · CPU offload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License: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Apache 2.0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08960"/>
            <a:ext cx="54864" cy="1554480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DeepSeek-Coder 33B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deepseek-coder:33b-instruct-q4_K_M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VRAM: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~19 GB · CPU offload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License: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DeepSeek/MIT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DeepSeek has no exact 32B — 33B is the closest equivalent. GLM dropped: weights not confirmed for self-host.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MEASURED RESULTS — LOCAL RUN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LeetCode &amp; Scheduler — Actual Scores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09728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scaling fixed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7B Qwen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8470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intermittent: infinite loop on Reverse LL + flaky uuid import (scheduler 5–26/26 across runs)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6.7B DeepSeek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72200" y="2807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intermittent Min Window export miss (33–37/38 across runs); scheduler always 26/26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32B / 33B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both rock-solid — 37/38 LeetCode, 26/26 scheduler, every prior failure resolved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EXACT DIFFERENCES — SIDE BY SIDE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Model-by-Model Comparison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  <a:gridCol w="1554480"/>
                <a:gridCol w="1554480"/>
              </a:tblGrid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Qwen 7B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DeepSeek 6.7B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Qwen 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DeepSeek 33B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LeetCode pass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34/38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33–37/38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37/38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37/38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Scheduler tests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5–26/26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26/26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26/26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26/26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Avg latency/problem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2.3 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4.7 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35 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34 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Avg tokens/problem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341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627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413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436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Fits 16 GB GPU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no (offload)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no (offload)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Reliability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flaky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solid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excellent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excellent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Best for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speed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stability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Headline: the 7B tier trades reliability for ~10–20× faster responses; the 32B tier is uniformly accurate but needs a 24 GB+ GPU to run at speed.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RUNTIME CHARACTERISTICS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They Behave at Runtime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Avg latency per problem (seconds, log-scaled feel)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Why 32B is slow here: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 18 GB model on a 16 GB GPU offloads ~30% of layers to system RAM (30/70 CPU/GPU split). On a 24 GB+ GPU it would run fully on-device at a few seconds per problem.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77840" y="1097280"/>
            <a:ext cx="3246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97280"/>
            <a:ext cx="32461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Runtime facts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5727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Serving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0" y="17739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Ollama, OpenAI-compatible at :11434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0" y="209397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7B throughput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2951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~7 req/min on this GPU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0" y="26151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32B throughput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~1–2 req/min (offload)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15000" y="31363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Timeout guard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1500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client 120s (7B) / 300s (32B)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715000" y="3657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Exec sandbox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0" y="3858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worker thread, killed at 5s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41788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Cost / token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00" y="43799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$0 — local hardware only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TEST SUITE — HIGH-LEVEL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Test Measures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52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LeetCode — algorithmic correctness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27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 problems, Easy→Hard. Model writes a TS function; we transpile, sandbox-execute, and assert exact outputs across 38 test cases. Measures raw problem-solving + edge-case handling.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671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Scheduler app — real-world code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Model generates a full ReminderService class from a spec. 26 behavioural tests drive CRUD, time-window filters, and an integration scenario. Measures multi-method design + correct Node stdlib use.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81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Latency &amp; tokens — efficiency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3558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Wall-clock per response and token count per solution. Shows responsiveness and verbosity — directly drives cost and throughput at scale.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959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Reliability — run-to-run 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Repeated generations expose intermittent failures (e.g. hallucinated imports, infinite loops) that a single run would hide.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RETRIEVING &amp; RUNNING MODEL ANSWERS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Answer Is Saved &amp; Re-Runnable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run writes every generated solution to disk, keyed by model and problem: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Where answers live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374904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answers-7b/qwen7b/LC1-two-sum.ts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answers-7b/deepseek/scheduler-ReminderService.ts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answers-32b/qwen7b/LC42-trapping-rain-water.ts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Retrieve / view an answer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938528"/>
            <a:ext cx="374904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9339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answers-7b\qwen7b\LC1-two-sum.ts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(or just open the .ts file in your editor)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300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Re-run a LeetCode answer vs its test cases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721608"/>
            <a:ext cx="374904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76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ts-node src/run-answer.ts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answers-7b/qwen7b/LC1-two-sum.ts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57800" y="3300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Re-run a saved scheduler class (26 checks)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721608"/>
            <a:ext cx="374904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776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ts-node src/run-answer.ts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answers-32b/deepseek/scheduler-ReminderService.ts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run-answer.ts infers the problem from the filename, transpiles the saved TS, and prints expected vs actual for every test case.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B4D8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046720" cy="841248"/>
          </a:xfrm>
          <a:prstGeom prst="rect">
            <a:avLst/>
          </a:prstGeom>
          <a:solidFill>
            <a:srgbClr val="0A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4864" cy="841248"/>
          </a:xfrm>
          <a:prstGeom prst="rect">
            <a:avLst/>
          </a:prstGeom>
          <a:solidFill>
            <a:srgbClr val="5E8BFF"/>
          </a:solidFill>
          <a:ln w="12700">
            <a:solidFill>
              <a:srgbClr val="5E8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379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 a 16 GB GPU today: DeepSeek-Coder 6.7B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305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Fits fully on-device, 87–97% LeetCode, 26/26 scheduler with correct stdlib use. Stable out of the box. Apache/MIT, $0 per token.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046720" cy="841248"/>
          </a:xfrm>
          <a:prstGeom prst="rect">
            <a:avLst/>
          </a:prstGeom>
          <a:solidFill>
            <a:srgbClr val="0A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54864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980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If you want raw speed: Qwen2.5-Coder 7B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09067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Fastest (1.8s/problem) and most token-efficient, 89% LeetCode — but watch the intermittent hallucinated-import bug on full-app generation.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046720" cy="841248"/>
          </a:xfrm>
          <a:prstGeom prst="rect">
            <a:avLst/>
          </a:prstGeom>
          <a:solidFill>
            <a:srgbClr val="0A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54864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581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 max accuracy: Qwen 32B / DeepSeek 33B on a 24 GB+ GPU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05079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Both hit 37/38 LeetCode + 26/26 scheduler, fixing every 7B-tier failure. Needs more VRAM to avoid the CPU-offload slowdown seen here.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4A6B"/>
                </a:solidFill>
              </a:rPr>
              <a:t>Test suite: Trading/llm-coding-eval/ · Daily note: 2026-06-09-LLM-Coding-Eval.md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Coding Eval — Qwen3 · DeepSeek · GLM</dc:title>
  <dc:subject>PptxGenJS Presentation</dc:subject>
  <dc:creator>Claude Code</dc:creator>
  <cp:lastModifiedBy>Claude Code</cp:lastModifiedBy>
  <cp:revision>1</cp:revision>
  <dcterms:created xsi:type="dcterms:W3CDTF">2026-06-11T23:28:38Z</dcterms:created>
  <dcterms:modified xsi:type="dcterms:W3CDTF">2026-06-11T23:28:38Z</dcterms:modified>
</cp:coreProperties>
</file>