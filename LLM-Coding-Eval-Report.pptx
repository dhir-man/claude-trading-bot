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431536"/>
            <a:ext cx="12192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E8F0"/>
                </a:solidFill>
              </a:rPr>
              <a:t>LLM Coding Eval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090A8"/>
                </a:solidFill>
              </a:rPr>
              <a:t>Benchmarking Claude · Qwen 32B · DeepSeek 33B · LiteLLM · LangChain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090A8"/>
                </a:solidFill>
              </a:rPr>
              <a:t>across LeetCode and Scheduler App generation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3FF"/>
                </a:solidFill>
              </a:rPr>
              <a:t>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What we tested, how, and what we found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Scope: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150876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10 LeetCode problems (Easy→Hard) + 2 Scheduler variants across 4+ drivers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756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Models: 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07568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Sonnet 4.6, Qwen2.5-Coder 32B, DeepSeek-Coder 33B, LiteLLM proxy, LangChain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51176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426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LeetCode: 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264261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37/38 (97%) · Qwen 32B 37/38 (97%) · DeepSeek 33B 34/38 (89%)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954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Scheduler: 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3209544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+ Qwen 32B: 25/25 structured · DeepSeek 33B: 0/25 (ESM import breaks eval)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85032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764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Key insight: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11680" y="377647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Qwen 32B matches Claude on LeetCode; DeepSeek 33B needs stricter no-library prompting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51960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3434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Cost: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34340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Claude: ~$0.004/run  ·  Qwen 32B / DeepSeek 33B: $0 (local Ollama, hardware only)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Models &amp; Drivers Tested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Two large local models added — 32B and 33B parameter scale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Claude Sonnet 4.6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55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3FF"/>
                </a:solidFill>
              </a:rPr>
              <a:t>Anthropic SDK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84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$3/M in · $15/M out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Qwen2.5-Coder 32B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1755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Ollama (local)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1984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— hardware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DeepSeek-Coder 33B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898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Ollama (local)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3127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— hardware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2514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Qwen2.5-Coder 7B/14B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898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Ollama (local)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3127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— earlier benchmarks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LiteLLM proxy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041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OpenAI-compat HTTP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270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proxies any backend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3657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LangChain (Anthropic)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0" y="4041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LangChain SDK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4270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wraps Claude via LC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LeetCode Benchmark Results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10 problems · Easy / Medium / Hard · 5 columns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261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26187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Diff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83480" y="126187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Claude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12618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Qwen32B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43800" y="12618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DS33B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16184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Two Sum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31920" y="161848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Easy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83480" y="161848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16184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43800" y="16184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975104"/>
            <a:ext cx="868680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1975104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Valid Parentheses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0" y="197510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Easy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83480" y="197510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43800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233172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Merge Two Sorted Lists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33172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Easy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233172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23317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43800" y="23317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688336"/>
            <a:ext cx="868680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2688336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Reverse Linked List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931920" y="268833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Easy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268833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26883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43800" y="26883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304495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Longest Substring (No Repeat)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04495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Medium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04495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30449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43800" y="30449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401568"/>
            <a:ext cx="868680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40" name="Text 38"/>
          <p:cNvSpPr/>
          <p:nvPr/>
        </p:nvSpPr>
        <p:spPr>
          <a:xfrm>
            <a:off x="320040" y="340156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Maximum Subarray (Kadane)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931920" y="340156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Medium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83480" y="340156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43800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20040" y="3758184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Number of Islands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931920" y="375818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Medium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83480" y="375818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2/2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217920" y="375818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2/2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543800" y="375818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2/2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" y="4114800"/>
            <a:ext cx="868680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" y="4114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Trapping Rain Water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11480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Hard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983480" y="411480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217920" y="411480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543800" y="411480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320040" y="4471416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Minimum Window Substring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931920" y="447141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Hard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983480" y="447141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217920" y="44714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543800" y="44714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0040" y="4828032"/>
            <a:ext cx="868680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62" name="Text 60"/>
          <p:cNvSpPr/>
          <p:nvPr/>
        </p:nvSpPr>
        <p:spPr>
          <a:xfrm>
            <a:off x="320040" y="482803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Find Median from Data Stream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0" y="482803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Hard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983480" y="482803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1/1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48280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0/1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543800" y="48280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0/1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200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090A8"/>
                </a:solidFill>
              </a:rPr>
              <a:t>DS33B = DeepSeek-Coder 33B  ·  Trapping Rain Water: algo off-by-one  ·  MedianFinder: known eval limitation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Scheduler App — Structured Prompt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TypeScript interface given · 25 behavioural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Claude Sonnet 4.6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25/25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100% — no issues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128016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6324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Qwen 2.5-Coder 32B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63240" y="1645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25/25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63240" y="2103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100% — matched Claude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128016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FF4F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DeepSeek-Coder 33B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645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4F6B"/>
                </a:solidFill>
              </a:rPr>
              <a:t>0/25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623560" y="2103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imported ESM pkg — eval sandbox fail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46720" y="128016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LangChain / Claude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83880" y="1645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25/25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83880" y="2103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same as native SDK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65176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Qwen 32B structured: Perfect 25/25 — correctly implements all edge cases including repeat field and getDueWithin boundary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1272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Claude structured: Perfect 25/25 — fastest generation (~1.4s) vs Qwen 32B (~200s on CPU)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602736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DeepSeek 33B: Imported @datastructures-js/priority-queue (ESM) — fails in CommonJS eval sandbox. Code logic may be correct.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078224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Key lesson: DeepSeek 33B uses external libraries even when told not to — stricter prompt engineering needed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Scheduler App — Plain English Prompt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No TypeScript types given · dynamic alias resolution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D4FF"/>
                </a:solidFill>
              </a:rPr>
              <a:t>Key insight: Qwen 32B designed a POSITIONAL-ARG API (createReminder(title, desc, dueDate, ...)) not an object API. Tests that pass {title, dueAt} fail because the model reads title as the whole object.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0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Claude result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0" y="1874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Qwen 32B result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226771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creates reminder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22677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0" y="226771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FAIL — title=object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0" y="22677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Design gap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26609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listAll()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6609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0" y="266090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0" y="26609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OK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05409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listPending()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0" y="305409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30540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305409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44728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listOverdue()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0" y="34472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0" y="34472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FAIL — boundary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0" y="34472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Edge case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38404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getDueWithin()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43200" y="38404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0" y="38404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0" y="38404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OK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23367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complete()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0" y="42336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423367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FAIL — returns bool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144000" y="42336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API diff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6268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delete()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43200" y="462686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0" y="462686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FAIL — method not found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144000" y="462686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Missing alias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50200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reschedule()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743200" y="50200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PASS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0" y="502005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FAIL — field name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4000" y="50200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Naming diff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API Driver Comparison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Native SDK vs LiteLLM vs LangChain vs Ollama (32B/33B)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Driver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Transport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Avg Latency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LeetCode Cost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8952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Quality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32688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Pass Rate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Native Anthropic SDK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Direct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~1,400ms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$0.004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Best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2688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LangChain/Anthropic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SDK wrap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~1,450ms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$0.004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58952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Best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32688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100%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004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LiteLLM proxy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19456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HTTP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~1,480ms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58952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High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32688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~85%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004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Ollama (Qwen 32B)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9456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Local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~65,000ms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58952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Exc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97%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Ollama (DeepSeek 33B)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19456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Local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11480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~57,000ms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94360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58952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Good*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32688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89%*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2004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Ollama (Qwen 7B)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19456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Local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1480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~3,200ms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4360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58952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Good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32688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72%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Latency &amp; Performance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Time to generate one LeetCode solution (ms)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Average latency per LeetCode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Claude Sonnet 4.6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783080"/>
            <a:ext cx="146304" cy="274320"/>
          </a:xfrm>
          <a:prstGeom prst="roundRect">
            <a:avLst>
              <a:gd name="adj" fmla="val 31250"/>
            </a:avLst>
          </a:prstGeom>
          <a:solidFill>
            <a:srgbClr val="0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3712464" y="17373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LangChain/Claude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0" y="2286000"/>
            <a:ext cx="151529" cy="274320"/>
          </a:xfrm>
          <a:prstGeom prst="roundRect">
            <a:avLst>
              <a:gd name="adj" fmla="val 30172"/>
            </a:avLst>
          </a:prstGeom>
          <a:solidFill>
            <a:srgbClr val="00C896"/>
          </a:solidFill>
          <a:ln/>
        </p:spPr>
      </p:sp>
      <p:sp>
        <p:nvSpPr>
          <p:cNvPr id="13" name="Text 11"/>
          <p:cNvSpPr/>
          <p:nvPr/>
        </p:nvSpPr>
        <p:spPr>
          <a:xfrm>
            <a:off x="3717689" y="22402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LiteLLM/Qwen7B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0" y="2788920"/>
            <a:ext cx="154664" cy="274320"/>
          </a:xfrm>
          <a:prstGeom prst="roundRect">
            <a:avLst>
              <a:gd name="adj" fmla="val 29561"/>
            </a:avLst>
          </a:prstGeom>
          <a:solidFill>
            <a:srgbClr val="00D4FF"/>
          </a:solidFill>
          <a:ln/>
        </p:spPr>
      </p:sp>
      <p:sp>
        <p:nvSpPr>
          <p:cNvPr id="16" name="Text 14"/>
          <p:cNvSpPr/>
          <p:nvPr/>
        </p:nvSpPr>
        <p:spPr>
          <a:xfrm>
            <a:off x="3720824" y="274320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246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DeepSeek API (6.7B)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0" y="3291840"/>
            <a:ext cx="219456" cy="274320"/>
          </a:xfrm>
          <a:prstGeom prst="roundRect">
            <a:avLst>
              <a:gd name="adj" fmla="val 20833"/>
            </a:avLst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3785616" y="32461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2s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74904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Ollama Qwen 7B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4720" y="3794760"/>
            <a:ext cx="334409" cy="274320"/>
          </a:xfrm>
          <a:prstGeom prst="roundRect">
            <a:avLst>
              <a:gd name="adj" fmla="val 16667"/>
            </a:avLst>
          </a:prstGeom>
          <a:solidFill>
            <a:srgbClr val="FF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900569" y="3749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3s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2519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Ollama DeepSeek 33B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74720" y="4297680"/>
            <a:ext cx="5956663" cy="274320"/>
          </a:xfrm>
          <a:prstGeom prst="roundRect">
            <a:avLst>
              <a:gd name="adj" fmla="val 16667"/>
            </a:avLst>
          </a:prstGeom>
          <a:solidFill>
            <a:srgbClr val="FFB800"/>
          </a:solidFill>
          <a:ln/>
        </p:spPr>
      </p:sp>
      <p:sp>
        <p:nvSpPr>
          <p:cNvPr id="25" name="Text 23"/>
          <p:cNvSpPr/>
          <p:nvPr/>
        </p:nvSpPr>
        <p:spPr>
          <a:xfrm>
            <a:off x="9522823" y="42519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57s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75488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Ollama Qwen 32B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0" y="4800600"/>
            <a:ext cx="6839921" cy="274320"/>
          </a:xfrm>
          <a:prstGeom prst="roundRect">
            <a:avLst>
              <a:gd name="adj" fmla="val 16667"/>
            </a:avLst>
          </a:prstGeom>
          <a:solidFill>
            <a:srgbClr val="FF4F6B"/>
          </a:solidFill>
          <a:ln/>
        </p:spPr>
      </p:sp>
      <p:sp>
        <p:nvSpPr>
          <p:cNvPr id="28" name="Text 26"/>
          <p:cNvSpPr/>
          <p:nvPr/>
        </p:nvSpPr>
        <p:spPr>
          <a:xfrm>
            <a:off x="10406081" y="4754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65s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5029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090A8"/>
                </a:solidFill>
              </a:rPr>
              <a:t>Note: Qwen 32B and DeepSeek 33B run fully on CPU (0 VRAM). Latency would drop 10-20× with GPU offload.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Cost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Total spend for a complete LeetCode + Scheduler run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Claude (full run)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$0.007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~6,500 tokens total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Qwen 32B / DeepSeek 33B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</a:rPr>
              <a:t>$0.000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2900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hardware cost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LeetCode — Qwen 32B vs DS 33B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97% / 89%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508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Qwen 32B matches Claude; DS33B has 1 Hard fail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0" y="12801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371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Time (full suite, CPU only)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281160" y="1645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</a:rPr>
              <a:t>~18 min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281160" y="21031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GPU (20GB VRAM) would cut to ~1 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Cost/quality recommendations: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46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Qwen 32B matches Claude on LeetCode at $0 cost — best local option if you have the hardware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67588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Use Claude for production/time-sensitive tasks; Qwen 32B for iterative dev where latency is OK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10565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LiteLLM lets you route: hard problems → Claude, easy problems → local Qwen 32B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53542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All Ollama models run at $0; quality scales with size (7B &lt; 14B &lt; 32B ≈ Claude for coding)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9651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DeepSeek 33B results pending — expected to be competitive with Qwen 32B on structured tasks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Recommendations &amp; Next Steps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What to do with these findings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1. Qwen 32B is Claude-competitive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1371600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37/38 LeetCode, 25/25 structured scheduler — at zero API cost. Best local model tested.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002536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C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4825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2. Prompt DeepSeek to avoid libraries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2048256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DeepSeek 33B imports ESM packages even when not needed. Add 'no external packages' to prompts.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79192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D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2491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3. Adopt LiteLLM as your gateway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724912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Route to Claude for hard/time-sensitive tasks, Qwen 32B for low-urgency codegen at $0.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355848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015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4. Plain-English tests reveal design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401568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Qwen 32B chose positional-arg API; Claude chose object API. Structured prompts mask this.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032504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0782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5. GPU offload changes everything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20640" y="4078224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Qwen 32B on CPU = 65s/call. With GPU (20GB VRAM) expect 4-8s — production viable.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709160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7548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6. Run eval on every model release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4754880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Re-run this suite when Qwen 3 / DeepSeek-V3 / Claude 4 drop using MODEL env var.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2026-06-17T02:28:38Z</dcterms:created>
  <dcterms:modified xsi:type="dcterms:W3CDTF">2026-06-17T02:28:38Z</dcterms:modified>
</cp:coreProperties>
</file>